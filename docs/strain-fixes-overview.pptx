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640080"/>
            <a:ext cx="1828800" cy="1828800"/>
          </a:xfrm>
          <a:prstGeom prst="ellipse">
            <a:avLst/>
          </a:prstGeom>
          <a:ln w="31750">
            <a:solidFill>
              <a:srgbClr val="FF5A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87000" y="1143000"/>
            <a:ext cx="822960" cy="822960"/>
          </a:xfrm>
          <a:prstGeom prst="ellipse">
            <a:avLst/>
          </a:prstGeom>
          <a:ln w="76200">
            <a:solidFill>
              <a:srgbClr val="2E2E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148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STRAIN — TRAINING &amp; FITNESS TRACKER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Fixes &amp; app overview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48640" y="3703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fixes</a:t>
            </a:r>
            <a:pPr indent="0" marL="0">
              <a:buNone/>
            </a:pPr>
            <a:r>
              <a:rPr lang="en-US" sz="2000" dirty="0">
                <a:solidFill>
                  <a:srgbClr val="FF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2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addressed bugs</a:t>
            </a:r>
            <a:pPr indent="0" marL="0">
              <a:buNone/>
            </a:pPr>
            <a:r>
              <a:rPr lang="en-US" sz="2000" dirty="0">
                <a:solidFill>
                  <a:srgbClr val="FF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2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approach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review  ·  2026-06-29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09728" cy="109728"/>
          </a:xfrm>
          <a:prstGeom prst="ellipse">
            <a:avLst/>
          </a:prstGeom>
          <a:solidFill>
            <a:srgbClr val="FF5A1F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INSIDE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things, in order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66928" cy="566928"/>
          </a:xfrm>
          <a:prstGeom prst="ellipse">
            <a:avLst/>
          </a:prstGeom>
          <a:solidFill>
            <a:srgbClr val="32B98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17320" y="1746504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parts overview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17320" y="21305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one request flows — browser to AI coach, in five phases.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862072"/>
            <a:ext cx="566928" cy="566928"/>
          </a:xfrm>
          <a:prstGeom prst="ellipse">
            <a:avLst/>
          </a:prstGeom>
          <a:solidFill>
            <a:srgbClr val="FF5A1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8620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17320" y="2825496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been fixed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17320" y="320954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bugs, environment gotchas, and this logging pass.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941064"/>
            <a:ext cx="566928" cy="566928"/>
          </a:xfrm>
          <a:prstGeom prst="ellipse">
            <a:avLst/>
          </a:prstGeom>
          <a:solidFill>
            <a:srgbClr val="5BA3E8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9410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417320" y="3904488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Logging approach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17320" y="4288536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logs are produced and read, and what just improved.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020056"/>
            <a:ext cx="566928" cy="566928"/>
          </a:xfrm>
          <a:prstGeom prst="ellipse">
            <a:avLst/>
          </a:prstGeom>
          <a:solidFill>
            <a:srgbClr val="9A92E8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0200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417320" y="498348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417320" y="53675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prioritised path to fully troubleshoot-able logs.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Strain · fixes &amp; app overview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6424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09728" cy="109728"/>
          </a:xfrm>
          <a:prstGeom prst="ellipse">
            <a:avLst/>
          </a:prstGeom>
          <a:solidFill>
            <a:srgbClr val="FF5A1F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PARTS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one request flows, end to end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057400" cy="4297680"/>
          </a:xfrm>
          <a:prstGeom prst="roundRect">
            <a:avLst>
              <a:gd name="adj" fmla="val 3556"/>
            </a:avLst>
          </a:prstGeom>
          <a:solidFill>
            <a:srgbClr val="1E1E1E"/>
          </a:solidFill>
          <a:ln w="12700">
            <a:solidFill>
              <a:srgbClr val="2E2E2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984248"/>
            <a:ext cx="146304" cy="146304"/>
          </a:xfrm>
          <a:prstGeom prst="ellipse">
            <a:avLst/>
          </a:prstGeom>
          <a:solidFill>
            <a:srgbClr val="9A9A93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189280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9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 &amp; routing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532888"/>
            <a:ext cx="1691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→ Cloud Run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 (Docker)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middleware (COOP)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gate (GET /)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587752" y="37033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761488" y="1783080"/>
            <a:ext cx="2057400" cy="4297680"/>
          </a:xfrm>
          <a:prstGeom prst="roundRect">
            <a:avLst>
              <a:gd name="adj" fmla="val 3556"/>
            </a:avLst>
          </a:prstGeom>
          <a:solidFill>
            <a:srgbClr val="1E1E1E"/>
          </a:solidFill>
          <a:ln w="12700">
            <a:solidFill>
              <a:srgbClr val="2E2E2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926080" y="1984248"/>
            <a:ext cx="146304" cy="146304"/>
          </a:xfrm>
          <a:prstGeom prst="ellipse">
            <a:avLst/>
          </a:prstGeom>
          <a:solidFill>
            <a:srgbClr val="5BA3E8"/>
          </a:solidFill>
          <a:ln/>
        </p:spPr>
      </p:sp>
      <p:sp>
        <p:nvSpPr>
          <p:cNvPr id="12" name="Text 10"/>
          <p:cNvSpPr/>
          <p:nvPr/>
        </p:nvSpPr>
        <p:spPr>
          <a:xfrm>
            <a:off x="3145536" y="189280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A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in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44368" y="2532888"/>
            <a:ext cx="1691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+ Firebase SDK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sign-in popup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/auth/callback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verify_id_token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cookie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800600" y="37033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974336" y="1783080"/>
            <a:ext cx="2057400" cy="4297680"/>
          </a:xfrm>
          <a:prstGeom prst="roundRect">
            <a:avLst>
              <a:gd name="adj" fmla="val 3556"/>
            </a:avLst>
          </a:prstGeom>
          <a:solidFill>
            <a:srgbClr val="1E1E1E"/>
          </a:solidFill>
          <a:ln w="12700">
            <a:solidFill>
              <a:srgbClr val="2E2E2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138928" y="1984248"/>
            <a:ext cx="146304" cy="146304"/>
          </a:xfrm>
          <a:prstGeom prst="ellipse">
            <a:avLst/>
          </a:prstGeom>
          <a:solidFill>
            <a:srgbClr val="32B98C"/>
          </a:solidFill>
          <a:ln/>
        </p:spPr>
      </p:sp>
      <p:sp>
        <p:nvSpPr>
          <p:cNvPr id="17" name="Text 15"/>
          <p:cNvSpPr/>
          <p:nvPr/>
        </p:nvSpPr>
        <p:spPr>
          <a:xfrm>
            <a:off x="5358384" y="189280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B9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&amp; data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57216" y="2532888"/>
            <a:ext cx="1691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shell + tabs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(db.py)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models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score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013448" y="37033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187184" y="1783080"/>
            <a:ext cx="2057400" cy="4297680"/>
          </a:xfrm>
          <a:prstGeom prst="roundRect">
            <a:avLst>
              <a:gd name="adj" fmla="val 3556"/>
            </a:avLst>
          </a:prstGeom>
          <a:solidFill>
            <a:srgbClr val="1E1E1E"/>
          </a:solidFill>
          <a:ln w="12700">
            <a:solidFill>
              <a:srgbClr val="2E2E2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51776" y="1984248"/>
            <a:ext cx="146304" cy="146304"/>
          </a:xfrm>
          <a:prstGeom prst="ellipse">
            <a:avLst/>
          </a:prstGeom>
          <a:solidFill>
            <a:srgbClr val="9A92E8"/>
          </a:solidFill>
          <a:ln/>
        </p:spPr>
      </p:sp>
      <p:sp>
        <p:nvSpPr>
          <p:cNvPr id="22" name="Text 20"/>
          <p:cNvSpPr/>
          <p:nvPr/>
        </p:nvSpPr>
        <p:spPr>
          <a:xfrm>
            <a:off x="7571232" y="189280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92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&amp; coach (AI)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70064" y="2532888"/>
            <a:ext cx="1691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 session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extraction (AI)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Coach: build context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agent + tools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Calendar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226296" y="37033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9400032" y="1783080"/>
            <a:ext cx="2057400" cy="4297680"/>
          </a:xfrm>
          <a:prstGeom prst="roundRect">
            <a:avLst>
              <a:gd name="adj" fmla="val 3556"/>
            </a:avLst>
          </a:prstGeom>
          <a:solidFill>
            <a:srgbClr val="1E1E1E"/>
          </a:solidFill>
          <a:ln w="12700">
            <a:solidFill>
              <a:srgbClr val="2E2E2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564624" y="1984248"/>
            <a:ext cx="146304" cy="146304"/>
          </a:xfrm>
          <a:prstGeom prst="ellipse">
            <a:avLst/>
          </a:prstGeom>
          <a:solidFill>
            <a:srgbClr val="D9912B"/>
          </a:solidFill>
          <a:ln/>
        </p:spPr>
      </p:sp>
      <p:sp>
        <p:nvSpPr>
          <p:cNvPr id="27" name="Text 25"/>
          <p:cNvSpPr/>
          <p:nvPr/>
        </p:nvSpPr>
        <p:spPr>
          <a:xfrm>
            <a:off x="9784080" y="189280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9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Cross-cutting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582912" y="2532888"/>
            <a:ext cx="1691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&amp; config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deploy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61996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= where the code runs.  Each piece is a real file/function in the repo.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Strain · fixes &amp; app overview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6424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0"/>
            <a:ext cx="146304" cy="146304"/>
          </a:xfrm>
          <a:prstGeom prst="ellipse">
            <a:avLst/>
          </a:prstGeom>
          <a:solidFill>
            <a:srgbClr val="FF5A1F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2670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29718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been fixed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48640" y="3977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bugs over the project, environment gotchas, and the bugs closed in this logging pass.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09728" cy="109728"/>
          </a:xfrm>
          <a:prstGeom prst="ellipse">
            <a:avLst/>
          </a:prstGeom>
          <a:solidFill>
            <a:srgbClr val="FF5A1F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ADDRESSED BUGS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fixes across the app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02152" cy="4206240"/>
          </a:xfrm>
          <a:prstGeom prst="roundRect">
            <a:avLst>
              <a:gd name="adj" fmla="val 2089"/>
            </a:avLst>
          </a:prstGeom>
          <a:solidFill>
            <a:srgbClr val="1E1E1E"/>
          </a:solidFill>
          <a:ln w="12700">
            <a:solidFill>
              <a:srgbClr val="2E2E2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057400"/>
            <a:ext cx="146304" cy="146304"/>
          </a:xfrm>
          <a:prstGeom prst="ellipse">
            <a:avLst/>
          </a:prstGeom>
          <a:solidFill>
            <a:srgbClr val="5BA3E8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965960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&amp; access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" y="2560320"/>
            <a:ext cx="299923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Popup sign-in + COOP header — popup no longer closes before its result returns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loop fixed; cookie now persists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Safari / iOS sign-in resolved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banner removed from the login screen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24528" y="1783080"/>
            <a:ext cx="3502152" cy="4206240"/>
          </a:xfrm>
          <a:prstGeom prst="roundRect">
            <a:avLst>
              <a:gd name="adj" fmla="val 2089"/>
            </a:avLst>
          </a:prstGeom>
          <a:solidFill>
            <a:srgbClr val="1E1E1E"/>
          </a:solidFill>
          <a:ln w="12700">
            <a:solidFill>
              <a:srgbClr val="2E2E2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53128" y="2057400"/>
            <a:ext cx="146304" cy="146304"/>
          </a:xfrm>
          <a:prstGeom prst="ellipse">
            <a:avLst/>
          </a:prstGeom>
          <a:solidFill>
            <a:srgbClr val="D9912B"/>
          </a:solidFill>
          <a:ln/>
        </p:spPr>
      </p:sp>
      <p:sp>
        <p:nvSpPr>
          <p:cNvPr id="11" name="Text 9"/>
          <p:cNvSpPr/>
          <p:nvPr/>
        </p:nvSpPr>
        <p:spPr>
          <a:xfrm>
            <a:off x="4681728" y="1965960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&amp; CI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80560" y="2560320"/>
            <a:ext cx="299923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GCP_PROJECT_ID broke the image tag — fixed the GitHub secret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 service name reverted (strain → bjj-tracker)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900416" y="1783080"/>
            <a:ext cx="3502152" cy="4206240"/>
          </a:xfrm>
          <a:prstGeom prst="roundRect">
            <a:avLst>
              <a:gd name="adj" fmla="val 2089"/>
            </a:avLst>
          </a:prstGeom>
          <a:solidFill>
            <a:srgbClr val="1E1E1E"/>
          </a:solidFill>
          <a:ln w="12700">
            <a:solidFill>
              <a:srgbClr val="2E2E2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29016" y="2057400"/>
            <a:ext cx="146304" cy="146304"/>
          </a:xfrm>
          <a:prstGeom prst="ellipse">
            <a:avLst/>
          </a:prstGeom>
          <a:solidFill>
            <a:srgbClr val="32B98C"/>
          </a:solidFill>
          <a:ln/>
        </p:spPr>
      </p:sp>
      <p:sp>
        <p:nvSpPr>
          <p:cNvPr id="15" name="Text 13"/>
          <p:cNvSpPr/>
          <p:nvPr/>
        </p:nvSpPr>
        <p:spPr>
          <a:xfrm>
            <a:off x="8357616" y="1965960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56448" y="2560320"/>
            <a:ext cx="299923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Discipline-tile hover outline no longer clipped by the card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Strain · fixes &amp; app overview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6424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09728" cy="109728"/>
          </a:xfrm>
          <a:prstGeom prst="ellipse">
            <a:avLst/>
          </a:prstGeom>
          <a:solidFill>
            <a:srgbClr val="FF5A1F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ADDRESSED BUGS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&amp; integration gotchas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92808"/>
            <a:ext cx="118872" cy="118872"/>
          </a:xfrm>
          <a:prstGeom prst="ellipse">
            <a:avLst/>
          </a:prstGeom>
          <a:solidFill>
            <a:srgbClr val="FF5A1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83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 “resolution-too-deep”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0" y="17830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0" y="17830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Loosened pydantic pins (pydantic&gt;=2.10,&lt;3; pydantic-ai unpinned)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118872" cy="118872"/>
          </a:xfrm>
          <a:prstGeom prst="ellipse">
            <a:avLst/>
          </a:prstGeom>
          <a:solidFill>
            <a:srgbClr val="FF5A1F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63347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crashed on import (no API key)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0" y="263347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0" y="263347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_get_agent() — built on first call, after dotenv loads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593592"/>
            <a:ext cx="118872" cy="118872"/>
          </a:xfrm>
          <a:prstGeom prst="ellipse">
            <a:avLst/>
          </a:prstGeom>
          <a:solidFill>
            <a:srgbClr val="FF5A1F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48386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“Event loop is already running” on save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0" y="348386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43600" y="348386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sync AI call via await asyncio.to_thread(...)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443984"/>
            <a:ext cx="118872" cy="118872"/>
          </a:xfrm>
          <a:prstGeom prst="ellipse">
            <a:avLst/>
          </a:prstGeom>
          <a:solidFill>
            <a:srgbClr val="FF5A1F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33425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Firestore positional-filter warning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0" y="433425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943600" y="433425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Switched to the keyword form: FieldFilter(…)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294376"/>
            <a:ext cx="118872" cy="118872"/>
          </a:xfrm>
          <a:prstGeom prst="ellipse">
            <a:avLst/>
          </a:prstGeom>
          <a:solidFill>
            <a:srgbClr val="FF5A1F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518464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Run “Forbidden” when signed in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0" y="518464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943600" y="518464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policy blocks allUsers — use run services proxy / IAP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Strain · fixes &amp; app overview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6424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09728" cy="109728"/>
          </a:xfrm>
          <a:prstGeom prst="ellipse">
            <a:avLst/>
          </a:prstGeom>
          <a:solidFill>
            <a:srgbClr val="FF5A1F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LOGGING PASS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bugs closed in this change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1E1E1E"/>
          </a:solidFill>
          <a:ln w="12700">
            <a:solidFill>
              <a:srgbClr val="2E2E2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75688"/>
            <a:ext cx="146304" cy="146304"/>
          </a:xfrm>
          <a:prstGeom prst="ellipse">
            <a:avLst/>
          </a:prstGeom>
          <a:solidFill>
            <a:srgbClr val="FF5A1F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98424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Guarded the save path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2496312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on_save now catches AI, Firestore, and validation failures with a stack trace (uid + discipline) — instead of crashing silently.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78308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1E1E1E"/>
          </a:solidFill>
          <a:ln w="12700">
            <a:solidFill>
              <a:srgbClr val="2E2E2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75688"/>
            <a:ext cx="146304" cy="146304"/>
          </a:xfrm>
          <a:prstGeom prst="ellipse">
            <a:avLst/>
          </a:prstGeom>
          <a:solidFill>
            <a:srgbClr val="FF5A1F"/>
          </a:solidFill>
          <a:ln/>
        </p:spPr>
      </p:sp>
      <p:sp>
        <p:nvSpPr>
          <p:cNvPr id="11" name="Text 9"/>
          <p:cNvSpPr/>
          <p:nvPr/>
        </p:nvSpPr>
        <p:spPr>
          <a:xfrm>
            <a:off x="6720840" y="198424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Best-effort AI tagging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10528" y="2496312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Claude or network hiccup saves the session without tags, rather than losing the whole entry.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1E1E1E"/>
          </a:solidFill>
          <a:ln w="12700">
            <a:solidFill>
              <a:srgbClr val="2E2E2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4224528"/>
            <a:ext cx="146304" cy="146304"/>
          </a:xfrm>
          <a:prstGeom prst="ellipse">
            <a:avLst/>
          </a:prstGeom>
          <a:solidFill>
            <a:srgbClr val="FF5A1F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413308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more silent failures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1248" y="4645152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loaders log the error and stop rendering raw exception text to the user (info-leak fix).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393192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1E1E1E"/>
          </a:solidFill>
          <a:ln w="12700">
            <a:solidFill>
              <a:srgbClr val="2E2E2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92240" y="4224528"/>
            <a:ext cx="146304" cy="146304"/>
          </a:xfrm>
          <a:prstGeom prst="ellipse">
            <a:avLst/>
          </a:prstGeom>
          <a:solidFill>
            <a:srgbClr val="FF5A1F"/>
          </a:solidFill>
          <a:ln/>
        </p:spPr>
      </p:sp>
      <p:sp>
        <p:nvSpPr>
          <p:cNvPr id="19" name="Text 17"/>
          <p:cNvSpPr/>
          <p:nvPr/>
        </p:nvSpPr>
        <p:spPr>
          <a:xfrm>
            <a:off x="6720840" y="413308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Un-silenced 3 modules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10528" y="4645152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coach / gcal now log success, warnings, and latency; db logs query timing + row counts.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Strain · fixes &amp; app overview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6424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09728" cy="109728"/>
          </a:xfrm>
          <a:prstGeom prst="ellipse">
            <a:avLst/>
          </a:prstGeom>
          <a:solidFill>
            <a:srgbClr val="FF5A1F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LOGGING APPROACH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logs are produced and read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669280" cy="4251960"/>
          </a:xfrm>
          <a:prstGeom prst="roundRect">
            <a:avLst>
              <a:gd name="adj" fmla="val 1720"/>
            </a:avLst>
          </a:prstGeom>
          <a:solidFill>
            <a:srgbClr val="1E1E1E"/>
          </a:solidFill>
          <a:ln w="12700">
            <a:solidFill>
              <a:srgbClr val="2E2E2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965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2423160"/>
            <a:ext cx="5120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config at startup; level set by LOG_LEVEL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to stdout so Cloud Run keeps the real severity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strain.* loggers — every line names its subsystem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internals · INFO actions+latency · WARNING handled · ERROR stack traces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never logged (tokens shown as present / absent)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sign-in steps relayed to /auth/clientlog → Cloud Run logs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92240" y="1783080"/>
            <a:ext cx="5120640" cy="4251960"/>
          </a:xfrm>
          <a:prstGeom prst="roundRect">
            <a:avLst>
              <a:gd name="adj" fmla="val 1720"/>
            </a:avLst>
          </a:prstGeom>
          <a:solidFill>
            <a:srgbClr val="1E1E1E"/>
          </a:solidFill>
          <a:ln w="12700">
            <a:solidFill>
              <a:srgbClr val="2E2E2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6656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Logger map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84848" y="245059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strain.main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61120" y="245059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· saves · deletes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784848" y="292608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strain.auth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61120" y="292608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verification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784848" y="340156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strain.db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961120" y="340156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r/w · query timing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784848" y="387705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strain.services.*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61120" y="387705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decisions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784848" y="435254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strain.ai *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961120" y="435254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extraction · latency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784848" y="4828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strain.coach *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961120" y="482803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replies · tool calls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784848" y="53035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strain.gcal *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961120" y="530352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calls · latency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784848" y="579729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 added in this pass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Strain · fixes &amp; app overview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6424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09728" cy="109728"/>
          </a:xfrm>
          <a:prstGeom prst="ellipse">
            <a:avLst/>
          </a:prstGeom>
          <a:solidFill>
            <a:srgbClr val="FF5A1F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silent to traceable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029968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171717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299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calls, calendar calls, and failed saves produced  no logs at all  — failures were invisible in Cloud Run.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971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264408"/>
            <a:ext cx="11064240" cy="1554480"/>
          </a:xfrm>
          <a:prstGeom prst="roundRect">
            <a:avLst>
              <a:gd name="adj" fmla="val 3529"/>
            </a:avLst>
          </a:prstGeom>
          <a:solidFill>
            <a:srgbClr val="171717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383280"/>
            <a:ext cx="10607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8A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  strain.ai     ai.extract_tags ok tags=2 ms=839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8A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  strain.coach  coach.log_session ok uid=Hk3p… discipline=kickboxing minutes=60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08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strain.main   session.save failed uid=Hk3p… discipline=mma   + stack trace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8A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DEBUG strain.db     db.list_sessions uid=Hk3p… fetched=212 in_range=18 ms=1840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51206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148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548640" y="5806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97680" y="51206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97.21%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4297680" y="5806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coverage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046720" y="51206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8046720" y="5806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un-silenced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Strain · fixes &amp; app overview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6424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09728" cy="109728"/>
          </a:xfrm>
          <a:prstGeom prst="ellipse">
            <a:avLst/>
          </a:prstGeom>
          <a:solidFill>
            <a:srgbClr val="FF5A1F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path to fully troubleshoot-able logs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02152" cy="4114800"/>
          </a:xfrm>
          <a:prstGeom prst="roundRect">
            <a:avLst>
              <a:gd name="adj" fmla="val 2089"/>
            </a:avLst>
          </a:prstGeom>
          <a:solidFill>
            <a:srgbClr val="1E1E1E"/>
          </a:solidFill>
          <a:ln w="12700">
            <a:solidFill>
              <a:srgbClr val="2E2E2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057400"/>
            <a:ext cx="146304" cy="146304"/>
          </a:xfrm>
          <a:prstGeom prst="ellipse">
            <a:avLst/>
          </a:prstGeom>
          <a:solidFill>
            <a:srgbClr val="FF5A1F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965960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Near-term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299923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logs (severity + fields)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prod LOG_LEVEL to INFO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id per request / coach turn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224528" y="1783080"/>
            <a:ext cx="3502152" cy="4114800"/>
          </a:xfrm>
          <a:prstGeom prst="roundRect">
            <a:avLst>
              <a:gd name="adj" fmla="val 2089"/>
            </a:avLst>
          </a:prstGeom>
          <a:solidFill>
            <a:srgbClr val="1E1E1E"/>
          </a:solidFill>
          <a:ln w="12700">
            <a:solidFill>
              <a:srgbClr val="2E2E2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53128" y="2057400"/>
            <a:ext cx="146304" cy="146304"/>
          </a:xfrm>
          <a:prstGeom prst="ellipse">
            <a:avLst/>
          </a:prstGeom>
          <a:solidFill>
            <a:srgbClr val="5BA3E8"/>
          </a:solidFill>
          <a:ln/>
        </p:spPr>
      </p:sp>
      <p:sp>
        <p:nvSpPr>
          <p:cNvPr id="11" name="Text 9"/>
          <p:cNvSpPr/>
          <p:nvPr/>
        </p:nvSpPr>
        <p:spPr>
          <a:xfrm>
            <a:off x="4681728" y="1965960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Medium-term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98848" y="2606040"/>
            <a:ext cx="299923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on every ERROR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access-log middleware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remaining coach edge branches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900416" y="1783080"/>
            <a:ext cx="3502152" cy="4114800"/>
          </a:xfrm>
          <a:prstGeom prst="roundRect">
            <a:avLst>
              <a:gd name="adj" fmla="val 2089"/>
            </a:avLst>
          </a:prstGeom>
          <a:solidFill>
            <a:srgbClr val="1E1E1E"/>
          </a:solidFill>
          <a:ln w="12700">
            <a:solidFill>
              <a:srgbClr val="2E2E2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29016" y="2057400"/>
            <a:ext cx="146304" cy="146304"/>
          </a:xfrm>
          <a:prstGeom prst="ellipse">
            <a:avLst/>
          </a:prstGeom>
          <a:solidFill>
            <a:srgbClr val="9A92E8"/>
          </a:solidFill>
          <a:ln/>
        </p:spPr>
      </p:sp>
      <p:sp>
        <p:nvSpPr>
          <p:cNvPr id="15" name="Text 13"/>
          <p:cNvSpPr/>
          <p:nvPr/>
        </p:nvSpPr>
        <p:spPr>
          <a:xfrm>
            <a:off x="8357616" y="1965960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Longer-term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74736" y="2606040"/>
            <a:ext cx="299923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self-check + health endpoint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retention &amp; cost review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pass — confirm no message text logged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Strain · fixes &amp; app overview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6424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148840"/>
            <a:ext cx="146304" cy="146304"/>
          </a:xfrm>
          <a:prstGeom prst="ellipse">
            <a:avLst/>
          </a:prstGeom>
          <a:solidFill>
            <a:srgbClr val="FF5A1F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20756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across the board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3291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closed across auth, deploy, and data.  </a:t>
            </a:r>
            <a:pPr indent="0" marL="0">
              <a:buNone/>
            </a:pPr>
            <a:r>
              <a:rPr lang="en-US" sz="17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external-call modules now log, with latency and stack traces.  </a:t>
            </a:r>
            <a:pPr indent="0" marL="0">
              <a:buNone/>
            </a:pPr>
            <a:r>
              <a:rPr lang="en-US" sz="17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 tests pass at 97.21% coverage.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open as Google Slides:  upload this .pptx to Drive → right-click → Open with Google Slides.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Strain — fixes &amp; app overview</dc:title>
  <dc:subject>PptxGenJS Presentation</dc:subject>
  <dc:creator>Strain</dc:creator>
  <cp:lastModifiedBy>Strain</cp:lastModifiedBy>
  <cp:revision>1</cp:revision>
  <dcterms:created xsi:type="dcterms:W3CDTF">2026-06-29T16:53:02Z</dcterms:created>
  <dcterms:modified xsi:type="dcterms:W3CDTF">2026-06-29T16:53:02Z</dcterms:modified>
</cp:coreProperties>
</file>